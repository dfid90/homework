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 sz="2400"/>
              <a:t>20260201-</a:t>
            </a:r>
            <a:r>
              <a:rPr lang="zh-CN" altLang="en-US" sz="2400"/>
              <a:t>李雨泽</a:t>
            </a:r>
            <a:r>
              <a:rPr lang="en-US" altLang="zh-CN" sz="2400"/>
              <a:t>-python</a:t>
            </a:r>
            <a:r>
              <a:rPr lang="zh-CN" altLang="en-US" sz="2400"/>
              <a:t>基础内容</a:t>
            </a:r>
            <a:r>
              <a:rPr lang="zh-CN" altLang="en-US" sz="2400"/>
              <a:t>周总结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1.20260128</a:t>
            </a:r>
            <a:r>
              <a:rPr lang="zh-CN" altLang="en-US"/>
              <a:t>所学</a:t>
            </a:r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学习了有关</a:t>
            </a:r>
            <a:r>
              <a:rPr lang="en-US" altLang="zh-CN"/>
              <a:t>python</a:t>
            </a:r>
            <a:r>
              <a:rPr lang="zh-CN" altLang="en-US"/>
              <a:t>的部分理论性知识，如程序设计语言的分类等等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学习了</a:t>
            </a:r>
            <a:r>
              <a:rPr lang="en-US" altLang="zh-CN"/>
              <a:t>print</a:t>
            </a:r>
            <a:r>
              <a:rPr lang="zh-CN" altLang="en-US"/>
              <a:t>函数的使用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学习了</a:t>
            </a:r>
            <a:r>
              <a:rPr lang="en-US" altLang="zh-CN"/>
              <a:t>input</a:t>
            </a:r>
            <a:r>
              <a:rPr lang="zh-CN" altLang="en-US"/>
              <a:t>函数的使用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学习了单多行注释</a:t>
            </a:r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学习了保留字和标识符</a:t>
            </a:r>
            <a:endParaRPr lang="zh-CN" altLang="en-US"/>
          </a:p>
          <a:p>
            <a:r>
              <a:rPr lang="en-US" altLang="zh-CN"/>
              <a:t>6.</a:t>
            </a:r>
            <a:r>
              <a:rPr lang="zh-CN" altLang="en-US"/>
              <a:t>学习了变量和常量的定义和使用</a:t>
            </a:r>
            <a:endParaRPr lang="zh-CN" altLang="en-US"/>
          </a:p>
          <a:p>
            <a:r>
              <a:rPr lang="en-US" altLang="zh-CN"/>
              <a:t>7.</a:t>
            </a:r>
            <a:r>
              <a:rPr lang="zh-CN" altLang="en-US"/>
              <a:t>学习了数据类型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20260129</a:t>
            </a:r>
            <a:r>
              <a:rPr lang="zh-CN" altLang="en-US"/>
              <a:t>所学内容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学习了字符串，布尔两种类型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学习并应用了类型转换函数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学习了</a:t>
            </a:r>
            <a:r>
              <a:rPr lang="en-US" altLang="zh-CN"/>
              <a:t>eval</a:t>
            </a:r>
            <a:r>
              <a:rPr lang="zh-CN" altLang="en-US"/>
              <a:t>函数，并进行了联系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学习了算术运算符，赋值运算符，比较运算符与逻辑运算符</a:t>
            </a:r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学习了顺序结构，双分支结构，多分支结构三种结构，并进行了运用</a:t>
            </a:r>
            <a:endParaRPr lang="zh-CN" altLang="en-US"/>
          </a:p>
          <a:p>
            <a:r>
              <a:rPr lang="zh-CN" altLang="en-US"/>
              <a:t>问题：刚学完没有理解双分支结构，后面问了豆包一些问题，把这个问题解决掉了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20260130</a:t>
            </a:r>
            <a:r>
              <a:rPr lang="zh-CN" altLang="en-US"/>
              <a:t>所学内容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学习了嵌套</a:t>
            </a:r>
            <a:r>
              <a:rPr lang="en-US" altLang="zh-CN"/>
              <a:t>if</a:t>
            </a:r>
            <a:r>
              <a:rPr lang="zh-CN" altLang="en-US"/>
              <a:t>的使用，同时，复习了双分支结构和多分枝结构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学习了遍历循环</a:t>
            </a:r>
            <a:r>
              <a:rPr lang="en-US" altLang="zh-CN"/>
              <a:t>for</a:t>
            </a:r>
            <a:r>
              <a:rPr lang="zh-CN" altLang="en-US"/>
              <a:t>和无限循环</a:t>
            </a:r>
            <a:r>
              <a:rPr lang="en-US" altLang="zh-CN"/>
              <a:t>while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学习了</a:t>
            </a:r>
            <a:r>
              <a:rPr lang="en-US" altLang="zh-CN"/>
              <a:t>break</a:t>
            </a:r>
            <a:r>
              <a:rPr lang="zh-CN" altLang="en-US"/>
              <a:t>和</a:t>
            </a:r>
            <a:r>
              <a:rPr lang="en-US" altLang="zh-CN"/>
              <a:t>continue</a:t>
            </a:r>
            <a:r>
              <a:rPr lang="zh-CN" altLang="en-US"/>
              <a:t>的使用，并进行了练习</a:t>
            </a:r>
            <a:endParaRPr lang="zh-CN" altLang="en-US"/>
          </a:p>
          <a:p>
            <a:r>
              <a:rPr lang="zh-CN" altLang="en-US"/>
              <a:t>今天在复习上花了一些时间，所以并没有学太多，明天会把进度都给赶回来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练习的</a:t>
            </a:r>
            <a:r>
              <a:rPr lang="zh-CN" altLang="en-US"/>
              <a:t>代码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540510"/>
            <a:ext cx="3933190" cy="3298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190" y="1540510"/>
            <a:ext cx="3832860" cy="3989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050" y="1540510"/>
            <a:ext cx="4380865" cy="3808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d4958577756e15a4fe146365ea2330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136900" cy="4184015"/>
          </a:xfrm>
          <a:prstGeom prst="rect">
            <a:avLst/>
          </a:prstGeom>
        </p:spPr>
      </p:pic>
      <p:pic>
        <p:nvPicPr>
          <p:cNvPr id="5" name="图片 4" descr="7dbd6971518ac94de71e463462f8109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0"/>
            <a:ext cx="3136900" cy="4184015"/>
          </a:xfrm>
          <a:prstGeom prst="rect">
            <a:avLst/>
          </a:prstGeom>
        </p:spPr>
      </p:pic>
      <p:pic>
        <p:nvPicPr>
          <p:cNvPr id="6" name="图片 5" descr="95ef9863971830ddaf07354d5a2271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0"/>
            <a:ext cx="3121025" cy="4162425"/>
          </a:xfrm>
          <a:prstGeom prst="rect">
            <a:avLst/>
          </a:prstGeom>
        </p:spPr>
      </p:pic>
      <p:pic>
        <p:nvPicPr>
          <p:cNvPr id="7" name="图片 6" descr="78afe5ff911a92e40f1acb8de49283f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825" y="0"/>
            <a:ext cx="2793365" cy="3726180"/>
          </a:xfrm>
          <a:prstGeom prst="rect">
            <a:avLst/>
          </a:prstGeom>
        </p:spPr>
      </p:pic>
      <p:pic>
        <p:nvPicPr>
          <p:cNvPr id="8" name="图片 7" descr="acd9daa6bdcb66c36d32d95c4832b22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155" y="3726180"/>
            <a:ext cx="2061845" cy="2750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所遇到的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这是第一周的三天所学的东西，刚开始的进度非常慢，但到后来进度越来越快，到第三天截至，已经学完了组织结构，后面两天会全部学完，资料中的练习会在第五天</a:t>
            </a:r>
            <a:r>
              <a:rPr lang="zh-CN" altLang="en-US"/>
              <a:t>提交。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WPS 演示</Application>
  <PresentationFormat>宽屏</PresentationFormat>
  <Paragraphs>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李雨泽</dc:creator>
  <cp:lastModifiedBy>李雨泽</cp:lastModifiedBy>
  <cp:revision>5</cp:revision>
  <dcterms:created xsi:type="dcterms:W3CDTF">2023-08-09T12:44:00Z</dcterms:created>
  <dcterms:modified xsi:type="dcterms:W3CDTF">2026-02-03T03:59:36Z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604F7ECCBC144DE4AD4B94670151123E_12</vt:lpwstr>
  </property>
</Properties>
</file>