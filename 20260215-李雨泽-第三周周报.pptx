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学习</a:t>
            </a:r>
            <a:r>
              <a:rPr lang="en-US" altLang="zh-CN"/>
              <a:t>MySQL</a:t>
            </a:r>
            <a:r>
              <a:rPr lang="zh-CN" altLang="en-US"/>
              <a:t>和</a:t>
            </a:r>
            <a:r>
              <a:rPr lang="en-US" altLang="zh-CN"/>
              <a:t>pymysql</a:t>
            </a:r>
            <a:r>
              <a:rPr lang="zh-CN" altLang="en-US"/>
              <a:t>的第二周</a:t>
            </a:r>
            <a:br>
              <a:rPr lang="zh-CN" altLang="en-US"/>
            </a:br>
            <a:r>
              <a:rPr lang="zh-CN" altLang="en-US"/>
              <a:t>李雨泽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完成</a:t>
            </a:r>
            <a:r>
              <a:rPr lang="en-US" altLang="zh-CN"/>
              <a:t>MYSQL</a:t>
            </a:r>
            <a:r>
              <a:rPr lang="zh-CN" altLang="en-US"/>
              <a:t>的学习并完成</a:t>
            </a:r>
            <a:r>
              <a:rPr lang="zh-CN" altLang="en-US"/>
              <a:t>实战作业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联想截图_202602152339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5625"/>
            <a:ext cx="8469630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联想截图_202602152341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1962150"/>
            <a:ext cx="9753600" cy="4215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联想截图_202602152344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1369695"/>
            <a:ext cx="10134600" cy="526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完成了</a:t>
            </a:r>
            <a:r>
              <a:rPr lang="en-US" altLang="zh-CN"/>
              <a:t>pymysql</a:t>
            </a:r>
            <a:r>
              <a:rPr lang="zh-CN" altLang="en-US"/>
              <a:t>的</a:t>
            </a:r>
            <a:r>
              <a:rPr lang="zh-CN" altLang="en-US"/>
              <a:t>学习</a:t>
            </a:r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3405" y="1825625"/>
            <a:ext cx="824357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dist"/>
            <a:r>
              <a:rPr lang="zh-CN" altLang="en-US"/>
              <a:t>完成了</a:t>
            </a:r>
            <a:r>
              <a:rPr lang="en-US" altLang="zh-CN"/>
              <a:t>github</a:t>
            </a:r>
            <a:r>
              <a:rPr lang="zh-CN" altLang="en-US"/>
              <a:t>的学习，并将作业交到了老师</a:t>
            </a:r>
            <a:r>
              <a:rPr lang="zh-CN" altLang="en-US"/>
              <a:t>手中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教训：好久没碰</a:t>
            </a:r>
            <a:r>
              <a:rPr lang="en-US" altLang="zh-CN"/>
              <a:t>python</a:t>
            </a:r>
            <a:r>
              <a:rPr lang="zh-CN" altLang="en-US"/>
              <a:t>，有感觉有点生疏，应该多找点题</a:t>
            </a:r>
            <a:r>
              <a:rPr lang="zh-CN" altLang="en-US"/>
              <a:t>做做。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WPS 演示</Application>
  <PresentationFormat>宽屏</PresentationFormat>
  <Paragraphs>10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李雨泽</dc:creator>
  <cp:lastModifiedBy>李雨泽</cp:lastModifiedBy>
  <cp:revision>5</cp:revision>
  <dcterms:created xsi:type="dcterms:W3CDTF">2023-08-09T12:44:00Z</dcterms:created>
  <dcterms:modified xsi:type="dcterms:W3CDTF">2026-02-15T15:57:00Z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AF2E66B7113A4606956B7D08F5EDBEC8_12</vt:lpwstr>
  </property>
</Properties>
</file>