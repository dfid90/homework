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391535" y="1122680"/>
            <a:ext cx="5329555" cy="2387600"/>
          </a:xfrm>
        </p:spPr>
        <p:txBody>
          <a:bodyPr/>
          <a:p>
            <a:r>
              <a:rPr lang="en-US" altLang="zh-CN" sz="2000"/>
              <a:t>20260208-</a:t>
            </a:r>
            <a:r>
              <a:rPr lang="zh-CN" altLang="en-US" sz="2000"/>
              <a:t>李雨泽</a:t>
            </a:r>
            <a:r>
              <a:rPr lang="en-US" altLang="zh-CN" sz="2000"/>
              <a:t>-MYSQL</a:t>
            </a:r>
            <a:r>
              <a:rPr lang="zh-CN" altLang="en-US" sz="2000"/>
              <a:t>周总结</a:t>
            </a:r>
            <a:endParaRPr lang="zh-CN" altLang="en-US" sz="20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全内容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000"/>
              <a:t>首先，我没有按照周末的安排去做，因为刚好加上周摸就可以把</a:t>
            </a:r>
            <a:r>
              <a:rPr lang="en-US" altLang="zh-CN" sz="2000"/>
              <a:t>MYSQL</a:t>
            </a:r>
            <a:r>
              <a:rPr lang="zh-CN" altLang="en-US" sz="2000"/>
              <a:t>都可以学完，所以就将</a:t>
            </a:r>
            <a:r>
              <a:rPr lang="en-US" altLang="zh-CN" sz="2000"/>
              <a:t>PYMYSQL</a:t>
            </a:r>
            <a:r>
              <a:rPr lang="zh-CN" altLang="en-US" sz="2000"/>
              <a:t>的内容放在下周一周二，这一周的周三到周天把</a:t>
            </a:r>
            <a:r>
              <a:rPr lang="en-US" altLang="zh-CN" sz="2000"/>
              <a:t>MYSQL</a:t>
            </a:r>
            <a:r>
              <a:rPr lang="zh-CN" altLang="en-US" sz="2000"/>
              <a:t>都学完</a:t>
            </a:r>
            <a:endParaRPr lang="zh-CN" altLang="en-US" sz="2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学习内容：</a:t>
            </a:r>
            <a:endParaRPr lang="zh-CN" altLang="en-US"/>
          </a:p>
          <a:p>
            <a:r>
              <a:rPr lang="zh-CN" altLang="en-US"/>
              <a:t>数据库的</a:t>
            </a:r>
            <a:r>
              <a:rPr lang="zh-CN" altLang="en-US"/>
              <a:t>概念；</a:t>
            </a:r>
            <a:endParaRPr lang="zh-CN" altLang="en-US"/>
          </a:p>
          <a:p>
            <a:r>
              <a:rPr lang="en-US" altLang="zh-CN"/>
              <a:t>MySQL</a:t>
            </a:r>
            <a:r>
              <a:rPr lang="zh-CN" altLang="en-US"/>
              <a:t>中的</a:t>
            </a:r>
            <a:r>
              <a:rPr lang="en-US" altLang="zh-CN"/>
              <a:t>DDL,DML,DQL</a:t>
            </a:r>
            <a:r>
              <a:rPr lang="zh-CN" altLang="en-US"/>
              <a:t>；</a:t>
            </a:r>
            <a:endParaRPr lang="zh-CN" altLang="en-US"/>
          </a:p>
          <a:p>
            <a:r>
              <a:rPr lang="zh-CN" altLang="en-US"/>
              <a:t>数据库中的主键，非空，唯一</a:t>
            </a:r>
            <a:r>
              <a:rPr lang="zh-CN" altLang="en-US"/>
              <a:t>约束；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代码示例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63880" y="1787525"/>
            <a:ext cx="4803775" cy="26492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655" y="1787525"/>
            <a:ext cx="4234815" cy="26492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" y="4436745"/>
            <a:ext cx="3976370" cy="23799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250" y="4436745"/>
            <a:ext cx="5263515" cy="23793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笔记：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26d921b786bd4ba58b34c4745e0f32b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825625"/>
            <a:ext cx="3856355" cy="2680335"/>
          </a:xfrm>
          <a:prstGeom prst="rect">
            <a:avLst/>
          </a:prstGeom>
        </p:spPr>
      </p:pic>
      <p:pic>
        <p:nvPicPr>
          <p:cNvPr id="5" name="图片 4" descr="e7cbbe323fd997193da18769b328908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555" y="1825625"/>
            <a:ext cx="3754120" cy="2608580"/>
          </a:xfrm>
          <a:prstGeom prst="rect">
            <a:avLst/>
          </a:prstGeom>
        </p:spPr>
      </p:pic>
      <p:pic>
        <p:nvPicPr>
          <p:cNvPr id="6" name="图片 5" descr="6b76da6414ccde5368ee1ca1a25301b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675" y="1825625"/>
            <a:ext cx="2941320" cy="2044700"/>
          </a:xfrm>
          <a:prstGeom prst="rect">
            <a:avLst/>
          </a:prstGeom>
        </p:spPr>
      </p:pic>
      <p:pic>
        <p:nvPicPr>
          <p:cNvPr id="7" name="图片 6" descr="7e03ee269f03e2e1b580cf0ef0a51b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434205"/>
            <a:ext cx="2978150" cy="2070100"/>
          </a:xfrm>
          <a:prstGeom prst="rect">
            <a:avLst/>
          </a:prstGeom>
        </p:spPr>
      </p:pic>
      <p:pic>
        <p:nvPicPr>
          <p:cNvPr id="8" name="图片 7" descr="e140833b2509649dff0e82ad04eee59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6350" y="4432300"/>
            <a:ext cx="3490595" cy="2425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 sz="2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碰到一些问题，或者是没有听清楚的地方都去问了</a:t>
            </a:r>
            <a:r>
              <a:rPr lang="en-US" altLang="zh-CN"/>
              <a:t>AI</a:t>
            </a:r>
            <a:endParaRPr lang="en-US" altLang="zh-CN"/>
          </a:p>
          <a:p>
            <a:r>
              <a:rPr lang="zh-CN" altLang="en-US"/>
              <a:t>有些不太熟练的知识点也进行了多次</a:t>
            </a:r>
            <a:r>
              <a:rPr lang="zh-CN" altLang="en-US"/>
              <a:t>练习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WPS 演示</Application>
  <PresentationFormat>宽屏</PresentationFormat>
  <Paragraphs>18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李雨泽</dc:creator>
  <cp:lastModifiedBy>李雨泽</cp:lastModifiedBy>
  <cp:revision>5</cp:revision>
  <dcterms:created xsi:type="dcterms:W3CDTF">2023-08-09T12:44:00Z</dcterms:created>
  <dcterms:modified xsi:type="dcterms:W3CDTF">2026-02-08T16:38:21Z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4FAE503AB5514D51A18DA6A01C9D4D51_12</vt:lpwstr>
  </property>
</Properties>
</file>